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61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1" d="100"/>
          <a:sy n="51" d="100"/>
        </p:scale>
        <p:origin x="74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65713A-1F2F-4CFC-9147-74352DA45D2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CF0FDBD-2FF8-4848-AACE-A8780A09D9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 Role Management (Student, Supervisor, Representative)</a:t>
          </a:r>
        </a:p>
      </dgm:t>
    </dgm:pt>
    <dgm:pt modelId="{C109F2C6-F9F3-4B06-8EFA-4656CE4FD540}" type="parTrans" cxnId="{FD5E3C01-32DB-4C18-947E-C866DC6E1598}">
      <dgm:prSet/>
      <dgm:spPr/>
      <dgm:t>
        <a:bodyPr/>
        <a:lstStyle/>
        <a:p>
          <a:endParaRPr lang="en-US"/>
        </a:p>
      </dgm:t>
    </dgm:pt>
    <dgm:pt modelId="{16E15E6B-1C63-42F4-8823-A5611FBC40B9}" type="sibTrans" cxnId="{FD5E3C01-32DB-4C18-947E-C866DC6E159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17F1B8A-EA39-4F3E-B75D-033A2D6617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File Handling (Reports, Presentations)</a:t>
          </a:r>
        </a:p>
      </dgm:t>
    </dgm:pt>
    <dgm:pt modelId="{D0A2CED8-FBF1-4CDF-BE72-2452CC728896}" type="parTrans" cxnId="{BC2480D0-1630-4EDC-8AE8-B954C3E008DC}">
      <dgm:prSet/>
      <dgm:spPr/>
      <dgm:t>
        <a:bodyPr/>
        <a:lstStyle/>
        <a:p>
          <a:endParaRPr lang="en-US"/>
        </a:p>
      </dgm:t>
    </dgm:pt>
    <dgm:pt modelId="{E3F6C655-277B-4D78-94BA-71B21FBF736F}" type="sibTrans" cxnId="{BC2480D0-1630-4EDC-8AE8-B954C3E008D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FCFD141-21AA-4712-9534-93E21E14BB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Scheduling System (Presentation Dates)</a:t>
          </a:r>
        </a:p>
      </dgm:t>
    </dgm:pt>
    <dgm:pt modelId="{D250C259-7EB8-4D61-9C88-ACA740DA4B1C}" type="parTrans" cxnId="{AF8759B3-1658-409A-BF78-57746DDBBE3F}">
      <dgm:prSet/>
      <dgm:spPr/>
      <dgm:t>
        <a:bodyPr/>
        <a:lstStyle/>
        <a:p>
          <a:endParaRPr lang="en-US"/>
        </a:p>
      </dgm:t>
    </dgm:pt>
    <dgm:pt modelId="{7CB65295-C748-4880-B9AE-655185135EA9}" type="sibTrans" cxnId="{AF8759B3-1658-409A-BF78-57746DDBBE3F}">
      <dgm:prSet/>
      <dgm:spPr/>
      <dgm:t>
        <a:bodyPr/>
        <a:lstStyle/>
        <a:p>
          <a:endParaRPr lang="en-US"/>
        </a:p>
      </dgm:t>
    </dgm:pt>
    <dgm:pt modelId="{E33E5CB2-EACB-433D-9715-A0B4D2120F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Applications Management (Submission, Review, Status Update)</a:t>
          </a:r>
        </a:p>
      </dgm:t>
    </dgm:pt>
    <dgm:pt modelId="{5FE1306C-B9EC-4777-8F32-6C0260361100}" type="parTrans" cxnId="{FED4CE13-5DAC-4CD4-981D-DFFECABC659E}">
      <dgm:prSet/>
      <dgm:spPr/>
      <dgm:t>
        <a:bodyPr/>
        <a:lstStyle/>
        <a:p>
          <a:endParaRPr lang="en-US"/>
        </a:p>
      </dgm:t>
    </dgm:pt>
    <dgm:pt modelId="{06DC82A1-0395-4616-B926-4CC5261ED01F}" type="sibTrans" cxnId="{FED4CE13-5DAC-4CD4-981D-DFFECABC659E}">
      <dgm:prSet/>
      <dgm:spPr/>
    </dgm:pt>
    <dgm:pt modelId="{19E4D2FD-E763-4B4B-9903-5144FE9A1FBF}" type="pres">
      <dgm:prSet presAssocID="{0065713A-1F2F-4CFC-9147-74352DA45D28}" presName="root" presStyleCnt="0">
        <dgm:presLayoutVars>
          <dgm:dir/>
          <dgm:resizeHandles val="exact"/>
        </dgm:presLayoutVars>
      </dgm:prSet>
      <dgm:spPr/>
    </dgm:pt>
    <dgm:pt modelId="{193CFB99-EA19-4BF5-AE85-7C5DA08A1F66}" type="pres">
      <dgm:prSet presAssocID="{0065713A-1F2F-4CFC-9147-74352DA45D28}" presName="container" presStyleCnt="0">
        <dgm:presLayoutVars>
          <dgm:dir/>
          <dgm:resizeHandles val="exact"/>
        </dgm:presLayoutVars>
      </dgm:prSet>
      <dgm:spPr/>
    </dgm:pt>
    <dgm:pt modelId="{41293D87-A602-4918-8CE5-98ABA45C8092}" type="pres">
      <dgm:prSet presAssocID="{BCF0FDBD-2FF8-4848-AACE-A8780A09D901}" presName="compNode" presStyleCnt="0"/>
      <dgm:spPr/>
    </dgm:pt>
    <dgm:pt modelId="{F2F2F51A-9FC3-4BFE-B927-D079FBC9D468}" type="pres">
      <dgm:prSet presAssocID="{BCF0FDBD-2FF8-4848-AACE-A8780A09D901}" presName="iconBgRect" presStyleLbl="bgShp" presStyleIdx="0" presStyleCnt="4"/>
      <dgm:spPr/>
    </dgm:pt>
    <dgm:pt modelId="{8A73CF4F-A9C0-44CC-A17A-592FC8C4CA04}" type="pres">
      <dgm:prSet presAssocID="{BCF0FDBD-2FF8-4848-AACE-A8780A09D90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E38429A9-6D65-4F90-80F8-4669E5DEBDC8}" type="pres">
      <dgm:prSet presAssocID="{BCF0FDBD-2FF8-4848-AACE-A8780A09D901}" presName="spaceRect" presStyleCnt="0"/>
      <dgm:spPr/>
    </dgm:pt>
    <dgm:pt modelId="{84D2EB15-D6E1-4CAE-988C-04014DE0895A}" type="pres">
      <dgm:prSet presAssocID="{BCF0FDBD-2FF8-4848-AACE-A8780A09D901}" presName="textRect" presStyleLbl="revTx" presStyleIdx="0" presStyleCnt="4">
        <dgm:presLayoutVars>
          <dgm:chMax val="1"/>
          <dgm:chPref val="1"/>
        </dgm:presLayoutVars>
      </dgm:prSet>
      <dgm:spPr/>
    </dgm:pt>
    <dgm:pt modelId="{4AFE7044-25E7-4CB5-84AF-D6B7B52060FA}" type="pres">
      <dgm:prSet presAssocID="{16E15E6B-1C63-42F4-8823-A5611FBC40B9}" presName="sibTrans" presStyleLbl="sibTrans2D1" presStyleIdx="0" presStyleCnt="0"/>
      <dgm:spPr/>
    </dgm:pt>
    <dgm:pt modelId="{4B984A9A-778A-493C-9914-DB61B5505939}" type="pres">
      <dgm:prSet presAssocID="{E33E5CB2-EACB-433D-9715-A0B4D2120F59}" presName="compNode" presStyleCnt="0"/>
      <dgm:spPr/>
    </dgm:pt>
    <dgm:pt modelId="{87C8A990-2194-46B4-8C6D-83909AC3451F}" type="pres">
      <dgm:prSet presAssocID="{E33E5CB2-EACB-433D-9715-A0B4D2120F59}" presName="iconBgRect" presStyleLbl="bgShp" presStyleIdx="1" presStyleCnt="4"/>
      <dgm:spPr/>
    </dgm:pt>
    <dgm:pt modelId="{2F153999-A1C0-48CE-8D63-C62516B443FD}" type="pres">
      <dgm:prSet presAssocID="{E33E5CB2-EACB-433D-9715-A0B4D2120F5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0D080993-DAFA-4110-A58A-2709DFE4A0B2}" type="pres">
      <dgm:prSet presAssocID="{E33E5CB2-EACB-433D-9715-A0B4D2120F59}" presName="spaceRect" presStyleCnt="0"/>
      <dgm:spPr/>
    </dgm:pt>
    <dgm:pt modelId="{920CA6CA-B82C-416A-88E9-5340816E11C8}" type="pres">
      <dgm:prSet presAssocID="{E33E5CB2-EACB-433D-9715-A0B4D2120F59}" presName="textRect" presStyleLbl="revTx" presStyleIdx="1" presStyleCnt="4">
        <dgm:presLayoutVars>
          <dgm:chMax val="1"/>
          <dgm:chPref val="1"/>
        </dgm:presLayoutVars>
      </dgm:prSet>
      <dgm:spPr/>
    </dgm:pt>
    <dgm:pt modelId="{0C23BE36-C258-4F72-9FB5-A0DEA6214BC7}" type="pres">
      <dgm:prSet presAssocID="{06DC82A1-0395-4616-B926-4CC5261ED01F}" presName="sibTrans" presStyleLbl="sibTrans2D1" presStyleIdx="0" presStyleCnt="0"/>
      <dgm:spPr/>
    </dgm:pt>
    <dgm:pt modelId="{278B12B9-EC6F-4CED-BBDA-9500A8B89015}" type="pres">
      <dgm:prSet presAssocID="{717F1B8A-EA39-4F3E-B75D-033A2D66179E}" presName="compNode" presStyleCnt="0"/>
      <dgm:spPr/>
    </dgm:pt>
    <dgm:pt modelId="{7492D4C3-9601-490F-BF67-B207C713A8C8}" type="pres">
      <dgm:prSet presAssocID="{717F1B8A-EA39-4F3E-B75D-033A2D66179E}" presName="iconBgRect" presStyleLbl="bgShp" presStyleIdx="2" presStyleCnt="4"/>
      <dgm:spPr/>
    </dgm:pt>
    <dgm:pt modelId="{155DC679-BFFD-425D-81BB-2FB4F4C58E0E}" type="pres">
      <dgm:prSet presAssocID="{717F1B8A-EA39-4F3E-B75D-033A2D66179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44185DFC-F31A-4A15-81BF-ABB7C8EEF47E}" type="pres">
      <dgm:prSet presAssocID="{717F1B8A-EA39-4F3E-B75D-033A2D66179E}" presName="spaceRect" presStyleCnt="0"/>
      <dgm:spPr/>
    </dgm:pt>
    <dgm:pt modelId="{12F3F945-B37E-491E-BD00-509A259ACF39}" type="pres">
      <dgm:prSet presAssocID="{717F1B8A-EA39-4F3E-B75D-033A2D66179E}" presName="textRect" presStyleLbl="revTx" presStyleIdx="2" presStyleCnt="4">
        <dgm:presLayoutVars>
          <dgm:chMax val="1"/>
          <dgm:chPref val="1"/>
        </dgm:presLayoutVars>
      </dgm:prSet>
      <dgm:spPr/>
    </dgm:pt>
    <dgm:pt modelId="{578F80FF-BB77-429B-9629-194FBDA0FEEB}" type="pres">
      <dgm:prSet presAssocID="{E3F6C655-277B-4D78-94BA-71B21FBF736F}" presName="sibTrans" presStyleLbl="sibTrans2D1" presStyleIdx="0" presStyleCnt="0"/>
      <dgm:spPr/>
    </dgm:pt>
    <dgm:pt modelId="{DC039044-68D6-4593-9355-2B7FAEADF4C1}" type="pres">
      <dgm:prSet presAssocID="{FFCFD141-21AA-4712-9534-93E21E14BBC4}" presName="compNode" presStyleCnt="0"/>
      <dgm:spPr/>
    </dgm:pt>
    <dgm:pt modelId="{588DB556-ECC4-4AAA-801B-A6D6D2078268}" type="pres">
      <dgm:prSet presAssocID="{FFCFD141-21AA-4712-9534-93E21E14BBC4}" presName="iconBgRect" presStyleLbl="bgShp" presStyleIdx="3" presStyleCnt="4"/>
      <dgm:spPr/>
    </dgm:pt>
    <dgm:pt modelId="{9AA68FF9-7703-4C49-814F-A59EBEF63D41}" type="pres">
      <dgm:prSet presAssocID="{FFCFD141-21AA-4712-9534-93E21E14BBC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EFF187B-9FBC-4322-AAC1-BF6C8A195022}" type="pres">
      <dgm:prSet presAssocID="{FFCFD141-21AA-4712-9534-93E21E14BBC4}" presName="spaceRect" presStyleCnt="0"/>
      <dgm:spPr/>
    </dgm:pt>
    <dgm:pt modelId="{00970469-8D1C-4317-BDEF-522C8AA5C5B1}" type="pres">
      <dgm:prSet presAssocID="{FFCFD141-21AA-4712-9534-93E21E14BBC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D5E3C01-32DB-4C18-947E-C866DC6E1598}" srcId="{0065713A-1F2F-4CFC-9147-74352DA45D28}" destId="{BCF0FDBD-2FF8-4848-AACE-A8780A09D901}" srcOrd="0" destOrd="0" parTransId="{C109F2C6-F9F3-4B06-8EFA-4656CE4FD540}" sibTransId="{16E15E6B-1C63-42F4-8823-A5611FBC40B9}"/>
    <dgm:cxn modelId="{0336B605-6F39-46A2-873B-3F90F6D2AA1D}" type="presOf" srcId="{FFCFD141-21AA-4712-9534-93E21E14BBC4}" destId="{00970469-8D1C-4317-BDEF-522C8AA5C5B1}" srcOrd="0" destOrd="0" presId="urn:microsoft.com/office/officeart/2018/2/layout/IconCircleList"/>
    <dgm:cxn modelId="{FED4CE13-5DAC-4CD4-981D-DFFECABC659E}" srcId="{0065713A-1F2F-4CFC-9147-74352DA45D28}" destId="{E33E5CB2-EACB-433D-9715-A0B4D2120F59}" srcOrd="1" destOrd="0" parTransId="{5FE1306C-B9EC-4777-8F32-6C0260361100}" sibTransId="{06DC82A1-0395-4616-B926-4CC5261ED01F}"/>
    <dgm:cxn modelId="{EF49CC43-62CD-46CC-A373-D96609744B99}" type="presOf" srcId="{BCF0FDBD-2FF8-4848-AACE-A8780A09D901}" destId="{84D2EB15-D6E1-4CAE-988C-04014DE0895A}" srcOrd="0" destOrd="0" presId="urn:microsoft.com/office/officeart/2018/2/layout/IconCircleList"/>
    <dgm:cxn modelId="{60F85345-A10E-44D0-BCE6-F4C5C1DFEB00}" type="presOf" srcId="{06DC82A1-0395-4616-B926-4CC5261ED01F}" destId="{0C23BE36-C258-4F72-9FB5-A0DEA6214BC7}" srcOrd="0" destOrd="0" presId="urn:microsoft.com/office/officeart/2018/2/layout/IconCircleList"/>
    <dgm:cxn modelId="{4CE96191-36E9-427D-9D9F-A68B65E853F5}" type="presOf" srcId="{717F1B8A-EA39-4F3E-B75D-033A2D66179E}" destId="{12F3F945-B37E-491E-BD00-509A259ACF39}" srcOrd="0" destOrd="0" presId="urn:microsoft.com/office/officeart/2018/2/layout/IconCircleList"/>
    <dgm:cxn modelId="{D06B7EB0-D229-4194-97D4-73F83571F6B8}" type="presOf" srcId="{E3F6C655-277B-4D78-94BA-71B21FBF736F}" destId="{578F80FF-BB77-429B-9629-194FBDA0FEEB}" srcOrd="0" destOrd="0" presId="urn:microsoft.com/office/officeart/2018/2/layout/IconCircleList"/>
    <dgm:cxn modelId="{AF8759B3-1658-409A-BF78-57746DDBBE3F}" srcId="{0065713A-1F2F-4CFC-9147-74352DA45D28}" destId="{FFCFD141-21AA-4712-9534-93E21E14BBC4}" srcOrd="3" destOrd="0" parTransId="{D250C259-7EB8-4D61-9C88-ACA740DA4B1C}" sibTransId="{7CB65295-C748-4880-B9AE-655185135EA9}"/>
    <dgm:cxn modelId="{BC2480D0-1630-4EDC-8AE8-B954C3E008DC}" srcId="{0065713A-1F2F-4CFC-9147-74352DA45D28}" destId="{717F1B8A-EA39-4F3E-B75D-033A2D66179E}" srcOrd="2" destOrd="0" parTransId="{D0A2CED8-FBF1-4CDF-BE72-2452CC728896}" sibTransId="{E3F6C655-277B-4D78-94BA-71B21FBF736F}"/>
    <dgm:cxn modelId="{A9847DEC-957D-4E3F-AA55-018B5EB950D1}" type="presOf" srcId="{16E15E6B-1C63-42F4-8823-A5611FBC40B9}" destId="{4AFE7044-25E7-4CB5-84AF-D6B7B52060FA}" srcOrd="0" destOrd="0" presId="urn:microsoft.com/office/officeart/2018/2/layout/IconCircleList"/>
    <dgm:cxn modelId="{DE9889F8-816B-467E-AAAA-C8D8A32106C3}" type="presOf" srcId="{E33E5CB2-EACB-433D-9715-A0B4D2120F59}" destId="{920CA6CA-B82C-416A-88E9-5340816E11C8}" srcOrd="0" destOrd="0" presId="urn:microsoft.com/office/officeart/2018/2/layout/IconCircleList"/>
    <dgm:cxn modelId="{A1CD86FD-4E51-4B77-B4C2-2ECB81511025}" type="presOf" srcId="{0065713A-1F2F-4CFC-9147-74352DA45D28}" destId="{19E4D2FD-E763-4B4B-9903-5144FE9A1FBF}" srcOrd="0" destOrd="0" presId="urn:microsoft.com/office/officeart/2018/2/layout/IconCircleList"/>
    <dgm:cxn modelId="{644B029B-E388-4819-9D9B-6800E8A1841E}" type="presParOf" srcId="{19E4D2FD-E763-4B4B-9903-5144FE9A1FBF}" destId="{193CFB99-EA19-4BF5-AE85-7C5DA08A1F66}" srcOrd="0" destOrd="0" presId="urn:microsoft.com/office/officeart/2018/2/layout/IconCircleList"/>
    <dgm:cxn modelId="{CBE6B378-4842-4696-89AE-046932BBCA36}" type="presParOf" srcId="{193CFB99-EA19-4BF5-AE85-7C5DA08A1F66}" destId="{41293D87-A602-4918-8CE5-98ABA45C8092}" srcOrd="0" destOrd="0" presId="urn:microsoft.com/office/officeart/2018/2/layout/IconCircleList"/>
    <dgm:cxn modelId="{0A136B28-72E9-4DB2-A971-B4CC4D63021C}" type="presParOf" srcId="{41293D87-A602-4918-8CE5-98ABA45C8092}" destId="{F2F2F51A-9FC3-4BFE-B927-D079FBC9D468}" srcOrd="0" destOrd="0" presId="urn:microsoft.com/office/officeart/2018/2/layout/IconCircleList"/>
    <dgm:cxn modelId="{243120DE-6C9B-4EC7-AC1D-9F60BCA3CF3B}" type="presParOf" srcId="{41293D87-A602-4918-8CE5-98ABA45C8092}" destId="{8A73CF4F-A9C0-44CC-A17A-592FC8C4CA04}" srcOrd="1" destOrd="0" presId="urn:microsoft.com/office/officeart/2018/2/layout/IconCircleList"/>
    <dgm:cxn modelId="{5CBB5E2E-A1AD-4DB3-AB4B-88D23CDC805A}" type="presParOf" srcId="{41293D87-A602-4918-8CE5-98ABA45C8092}" destId="{E38429A9-6D65-4F90-80F8-4669E5DEBDC8}" srcOrd="2" destOrd="0" presId="urn:microsoft.com/office/officeart/2018/2/layout/IconCircleList"/>
    <dgm:cxn modelId="{7EAFC367-7516-48EF-AD36-DA36278AB589}" type="presParOf" srcId="{41293D87-A602-4918-8CE5-98ABA45C8092}" destId="{84D2EB15-D6E1-4CAE-988C-04014DE0895A}" srcOrd="3" destOrd="0" presId="urn:microsoft.com/office/officeart/2018/2/layout/IconCircleList"/>
    <dgm:cxn modelId="{6147455D-3A11-400C-9705-7A48C307D807}" type="presParOf" srcId="{193CFB99-EA19-4BF5-AE85-7C5DA08A1F66}" destId="{4AFE7044-25E7-4CB5-84AF-D6B7B52060FA}" srcOrd="1" destOrd="0" presId="urn:microsoft.com/office/officeart/2018/2/layout/IconCircleList"/>
    <dgm:cxn modelId="{10FAD4D7-A216-4C2F-8A91-2D0F7B1F444F}" type="presParOf" srcId="{193CFB99-EA19-4BF5-AE85-7C5DA08A1F66}" destId="{4B984A9A-778A-493C-9914-DB61B5505939}" srcOrd="2" destOrd="0" presId="urn:microsoft.com/office/officeart/2018/2/layout/IconCircleList"/>
    <dgm:cxn modelId="{95315D26-FDEB-45D7-B318-A6484914A9D9}" type="presParOf" srcId="{4B984A9A-778A-493C-9914-DB61B5505939}" destId="{87C8A990-2194-46B4-8C6D-83909AC3451F}" srcOrd="0" destOrd="0" presId="urn:microsoft.com/office/officeart/2018/2/layout/IconCircleList"/>
    <dgm:cxn modelId="{DFCE96EB-6A53-422F-9045-15A8C8E20821}" type="presParOf" srcId="{4B984A9A-778A-493C-9914-DB61B5505939}" destId="{2F153999-A1C0-48CE-8D63-C62516B443FD}" srcOrd="1" destOrd="0" presId="urn:microsoft.com/office/officeart/2018/2/layout/IconCircleList"/>
    <dgm:cxn modelId="{729145AD-DE51-4BF9-BC4B-14717203431B}" type="presParOf" srcId="{4B984A9A-778A-493C-9914-DB61B5505939}" destId="{0D080993-DAFA-4110-A58A-2709DFE4A0B2}" srcOrd="2" destOrd="0" presId="urn:microsoft.com/office/officeart/2018/2/layout/IconCircleList"/>
    <dgm:cxn modelId="{2CE971EC-467E-4533-B3A7-CA33FE040951}" type="presParOf" srcId="{4B984A9A-778A-493C-9914-DB61B5505939}" destId="{920CA6CA-B82C-416A-88E9-5340816E11C8}" srcOrd="3" destOrd="0" presId="urn:microsoft.com/office/officeart/2018/2/layout/IconCircleList"/>
    <dgm:cxn modelId="{5EFB9EEF-0D24-4255-83D2-F6121CA704FC}" type="presParOf" srcId="{193CFB99-EA19-4BF5-AE85-7C5DA08A1F66}" destId="{0C23BE36-C258-4F72-9FB5-A0DEA6214BC7}" srcOrd="3" destOrd="0" presId="urn:microsoft.com/office/officeart/2018/2/layout/IconCircleList"/>
    <dgm:cxn modelId="{DAA5CB7D-5F86-4853-913F-753B0E39BF8A}" type="presParOf" srcId="{193CFB99-EA19-4BF5-AE85-7C5DA08A1F66}" destId="{278B12B9-EC6F-4CED-BBDA-9500A8B89015}" srcOrd="4" destOrd="0" presId="urn:microsoft.com/office/officeart/2018/2/layout/IconCircleList"/>
    <dgm:cxn modelId="{BA284897-2269-495D-A27C-AE0C8B4C509E}" type="presParOf" srcId="{278B12B9-EC6F-4CED-BBDA-9500A8B89015}" destId="{7492D4C3-9601-490F-BF67-B207C713A8C8}" srcOrd="0" destOrd="0" presId="urn:microsoft.com/office/officeart/2018/2/layout/IconCircleList"/>
    <dgm:cxn modelId="{889A4449-D10D-41CD-9847-C38A0E3E15E1}" type="presParOf" srcId="{278B12B9-EC6F-4CED-BBDA-9500A8B89015}" destId="{155DC679-BFFD-425D-81BB-2FB4F4C58E0E}" srcOrd="1" destOrd="0" presId="urn:microsoft.com/office/officeart/2018/2/layout/IconCircleList"/>
    <dgm:cxn modelId="{EBDAB4B0-09AB-46EA-B4B2-9E497A0D3F17}" type="presParOf" srcId="{278B12B9-EC6F-4CED-BBDA-9500A8B89015}" destId="{44185DFC-F31A-4A15-81BF-ABB7C8EEF47E}" srcOrd="2" destOrd="0" presId="urn:microsoft.com/office/officeart/2018/2/layout/IconCircleList"/>
    <dgm:cxn modelId="{303F6AB1-40AB-4446-9A6B-B3E5C1C5A2F1}" type="presParOf" srcId="{278B12B9-EC6F-4CED-BBDA-9500A8B89015}" destId="{12F3F945-B37E-491E-BD00-509A259ACF39}" srcOrd="3" destOrd="0" presId="urn:microsoft.com/office/officeart/2018/2/layout/IconCircleList"/>
    <dgm:cxn modelId="{5259D908-462D-4E0C-B5F4-FE9E9BFF6364}" type="presParOf" srcId="{193CFB99-EA19-4BF5-AE85-7C5DA08A1F66}" destId="{578F80FF-BB77-429B-9629-194FBDA0FEEB}" srcOrd="5" destOrd="0" presId="urn:microsoft.com/office/officeart/2018/2/layout/IconCircleList"/>
    <dgm:cxn modelId="{7149649A-F36F-46A1-AEB2-46FC16335FDD}" type="presParOf" srcId="{193CFB99-EA19-4BF5-AE85-7C5DA08A1F66}" destId="{DC039044-68D6-4593-9355-2B7FAEADF4C1}" srcOrd="6" destOrd="0" presId="urn:microsoft.com/office/officeart/2018/2/layout/IconCircleList"/>
    <dgm:cxn modelId="{6F62F656-0811-459B-B329-3FB2F8420D62}" type="presParOf" srcId="{DC039044-68D6-4593-9355-2B7FAEADF4C1}" destId="{588DB556-ECC4-4AAA-801B-A6D6D2078268}" srcOrd="0" destOrd="0" presId="urn:microsoft.com/office/officeart/2018/2/layout/IconCircleList"/>
    <dgm:cxn modelId="{DC7114FA-4936-40FB-8167-2EA5E0B81063}" type="presParOf" srcId="{DC039044-68D6-4593-9355-2B7FAEADF4C1}" destId="{9AA68FF9-7703-4C49-814F-A59EBEF63D41}" srcOrd="1" destOrd="0" presId="urn:microsoft.com/office/officeart/2018/2/layout/IconCircleList"/>
    <dgm:cxn modelId="{CF7A87DC-ED72-4946-86C9-3CBC908E3FFC}" type="presParOf" srcId="{DC039044-68D6-4593-9355-2B7FAEADF4C1}" destId="{3EFF187B-9FBC-4322-AAC1-BF6C8A195022}" srcOrd="2" destOrd="0" presId="urn:microsoft.com/office/officeart/2018/2/layout/IconCircleList"/>
    <dgm:cxn modelId="{556EA85B-7179-4A59-AC32-1FB748EEA0B4}" type="presParOf" srcId="{DC039044-68D6-4593-9355-2B7FAEADF4C1}" destId="{00970469-8D1C-4317-BDEF-522C8AA5C5B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F2F51A-9FC3-4BFE-B927-D079FBC9D468}">
      <dsp:nvSpPr>
        <dsp:cNvPr id="0" name=""/>
        <dsp:cNvSpPr/>
      </dsp:nvSpPr>
      <dsp:spPr>
        <a:xfrm>
          <a:off x="18535" y="450978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73CF4F-A9C0-44CC-A17A-592FC8C4CA04}">
      <dsp:nvSpPr>
        <dsp:cNvPr id="0" name=""/>
        <dsp:cNvSpPr/>
      </dsp:nvSpPr>
      <dsp:spPr>
        <a:xfrm>
          <a:off x="245361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2EB15-D6E1-4CAE-988C-04014DE0895A}">
      <dsp:nvSpPr>
        <dsp:cNvPr id="0" name=""/>
        <dsp:cNvSpPr/>
      </dsp:nvSpPr>
      <dsp:spPr>
        <a:xfrm>
          <a:off x="1330115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User Role Management (Student, Supervisor, Representative)</a:t>
          </a:r>
        </a:p>
      </dsp:txBody>
      <dsp:txXfrm>
        <a:off x="1330115" y="450978"/>
        <a:ext cx="2546008" cy="1080124"/>
      </dsp:txXfrm>
    </dsp:sp>
    <dsp:sp modelId="{87C8A990-2194-46B4-8C6D-83909AC3451F}">
      <dsp:nvSpPr>
        <dsp:cNvPr id="0" name=""/>
        <dsp:cNvSpPr/>
      </dsp:nvSpPr>
      <dsp:spPr>
        <a:xfrm>
          <a:off x="4319746" y="450978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153999-A1C0-48CE-8D63-C62516B443FD}">
      <dsp:nvSpPr>
        <dsp:cNvPr id="0" name=""/>
        <dsp:cNvSpPr/>
      </dsp:nvSpPr>
      <dsp:spPr>
        <a:xfrm>
          <a:off x="4546573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0CA6CA-B82C-416A-88E9-5340816E11C8}">
      <dsp:nvSpPr>
        <dsp:cNvPr id="0" name=""/>
        <dsp:cNvSpPr/>
      </dsp:nvSpPr>
      <dsp:spPr>
        <a:xfrm>
          <a:off x="5631327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Applications Management (Submission, Review, Status Update)</a:t>
          </a:r>
        </a:p>
      </dsp:txBody>
      <dsp:txXfrm>
        <a:off x="5631327" y="450978"/>
        <a:ext cx="2546008" cy="1080124"/>
      </dsp:txXfrm>
    </dsp:sp>
    <dsp:sp modelId="{7492D4C3-9601-490F-BF67-B207C713A8C8}">
      <dsp:nvSpPr>
        <dsp:cNvPr id="0" name=""/>
        <dsp:cNvSpPr/>
      </dsp:nvSpPr>
      <dsp:spPr>
        <a:xfrm>
          <a:off x="18535" y="2158301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5DC679-BFFD-425D-81BB-2FB4F4C58E0E}">
      <dsp:nvSpPr>
        <dsp:cNvPr id="0" name=""/>
        <dsp:cNvSpPr/>
      </dsp:nvSpPr>
      <dsp:spPr>
        <a:xfrm>
          <a:off x="245361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F3F945-B37E-491E-BD00-509A259ACF39}">
      <dsp:nvSpPr>
        <dsp:cNvPr id="0" name=""/>
        <dsp:cNvSpPr/>
      </dsp:nvSpPr>
      <dsp:spPr>
        <a:xfrm>
          <a:off x="1330115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File Handling (Reports, Presentations)</a:t>
          </a:r>
        </a:p>
      </dsp:txBody>
      <dsp:txXfrm>
        <a:off x="1330115" y="2158301"/>
        <a:ext cx="2546008" cy="1080124"/>
      </dsp:txXfrm>
    </dsp:sp>
    <dsp:sp modelId="{588DB556-ECC4-4AAA-801B-A6D6D2078268}">
      <dsp:nvSpPr>
        <dsp:cNvPr id="0" name=""/>
        <dsp:cNvSpPr/>
      </dsp:nvSpPr>
      <dsp:spPr>
        <a:xfrm>
          <a:off x="4319746" y="2158301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A68FF9-7703-4C49-814F-A59EBEF63D41}">
      <dsp:nvSpPr>
        <dsp:cNvPr id="0" name=""/>
        <dsp:cNvSpPr/>
      </dsp:nvSpPr>
      <dsp:spPr>
        <a:xfrm>
          <a:off x="4546573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70469-8D1C-4317-BDEF-522C8AA5C5B1}">
      <dsp:nvSpPr>
        <dsp:cNvPr id="0" name=""/>
        <dsp:cNvSpPr/>
      </dsp:nvSpPr>
      <dsp:spPr>
        <a:xfrm>
          <a:off x="5631327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Scheduling System (Presentation Dates)</a:t>
          </a:r>
        </a:p>
      </dsp:txBody>
      <dsp:txXfrm>
        <a:off x="5631327" y="2158301"/>
        <a:ext cx="2546008" cy="1080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/>
            <a:r>
              <a:rPr lang="en-US" sz="4200" dirty="0">
                <a:solidFill>
                  <a:srgbClr val="FFFFFF"/>
                </a:solidFill>
              </a:rPr>
              <a:t>Summer Training Management System (STMS)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700" y="4797188"/>
            <a:ext cx="5905499" cy="1241828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Implementation &amp; Tools Summary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DF9D5-E722-D372-6FB1-3F0011274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09549-9D8F-E711-0FF8-162BD45EF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583" y="499397"/>
            <a:ext cx="7846828" cy="1031691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500" dirty="0"/>
              <a:t>System Implementation Overview (Chapter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B8BBF-1B67-8616-1B22-BF402A91A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077" y="1741491"/>
            <a:ext cx="7409843" cy="7358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Frontend: React with TypeScript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ue and white logo with a black background&#10;&#10;AI-generated content may be incorrect.">
            <a:extLst>
              <a:ext uri="{FF2B5EF4-FFF2-40B4-BE49-F238E27FC236}">
                <a16:creationId xmlns:a16="http://schemas.microsoft.com/office/drawing/2014/main" id="{76D0ADDE-FC79-C5CC-03D7-5F56F77B8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804" y="2783571"/>
            <a:ext cx="4940387" cy="304023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82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D47F22ED-3A55-4EDE-A5A8-163D82B09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184EE59-3061-456B-9FB5-98A8E0E74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36745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7E07B5E-9FB5-4C91-8BE4-6167EB58D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36745" y="1914812"/>
            <a:ext cx="6858000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7524947-EB09-4DD9-973B-9F75BBCD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29192" y="4080743"/>
            <a:ext cx="252613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30C8E25-2DD1-45C6-9F04-0F0CBF66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2" y="1900796"/>
            <a:ext cx="6858000" cy="30283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BC57EA3C-C239-4132-A618-5CBE9F896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81201" y="982780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786" y="456345"/>
            <a:ext cx="2333768" cy="3556097"/>
          </a:xfrm>
        </p:spPr>
        <p:txBody>
          <a:bodyPr anchor="b">
            <a:normAutofit/>
          </a:bodyPr>
          <a:lstStyle/>
          <a:p>
            <a:pPr algn="r"/>
            <a:r>
              <a:rPr lang="en-US" sz="2500">
                <a:solidFill>
                  <a:srgbClr val="FFFFFF"/>
                </a:solidFill>
              </a:rPr>
              <a:t>System Implementation Overview (Chapter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004" y="511389"/>
            <a:ext cx="2651078" cy="5848468"/>
          </a:xfrm>
        </p:spPr>
        <p:txBody>
          <a:bodyPr anchor="ctr">
            <a:normAutofit/>
          </a:bodyPr>
          <a:lstStyle/>
          <a:p>
            <a:r>
              <a:rPr lang="en-US" sz="1700" b="1" dirty="0"/>
              <a:t>Backend:</a:t>
            </a:r>
          </a:p>
          <a:p>
            <a:pPr marL="0" indent="0">
              <a:buNone/>
            </a:pPr>
            <a:r>
              <a:rPr lang="en-US" sz="1700" b="1" dirty="0"/>
              <a:t> Express.js with Drizzle ORM</a:t>
            </a:r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endParaRPr lang="en-US" sz="1700" b="1" dirty="0"/>
          </a:p>
          <a:p>
            <a:r>
              <a:rPr lang="en-US" sz="1700" b="1" dirty="0"/>
              <a:t>Database: </a:t>
            </a:r>
          </a:p>
          <a:p>
            <a:pPr marL="0" indent="0">
              <a:buNone/>
            </a:pPr>
            <a:r>
              <a:rPr lang="en-US" sz="1700" b="1" dirty="0"/>
              <a:t>PostgreSQL</a:t>
            </a:r>
          </a:p>
          <a:p>
            <a:pPr marL="0" indent="0">
              <a:buNone/>
            </a:pPr>
            <a:endParaRPr lang="en-US" sz="1700" b="1" dirty="0"/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51BED39F-FA8B-D300-C3D5-A08D032D1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670" y="829365"/>
            <a:ext cx="2329913" cy="1357174"/>
          </a:xfrm>
          <a:prstGeom prst="rect">
            <a:avLst/>
          </a:prstGeom>
        </p:spPr>
      </p:pic>
      <p:pic>
        <p:nvPicPr>
          <p:cNvPr id="13" name="Picture 12" descr="A blue elephant logo with black text&#10;&#10;AI-generated content may be incorrect.">
            <a:extLst>
              <a:ext uri="{FF2B5EF4-FFF2-40B4-BE49-F238E27FC236}">
                <a16:creationId xmlns:a16="http://schemas.microsoft.com/office/drawing/2014/main" id="{8F9A14C5-D93B-58DB-C8A0-15DBEE3D9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175" y="4465012"/>
            <a:ext cx="2141555" cy="1873861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1889ECB-7587-1D28-0619-A74A6ED6E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670" y="2697927"/>
            <a:ext cx="2329913" cy="9735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1" cy="1576446"/>
            <a:chOff x="0" y="0"/>
            <a:chExt cx="12192002" cy="157644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407695"/>
            <a:ext cx="7293022" cy="834251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Tools</a:t>
            </a:r>
          </a:p>
        </p:txBody>
      </p:sp>
      <p:pic>
        <p:nvPicPr>
          <p:cNvPr id="11" name="Picture 10" descr="A pink and white logo&#10;&#10;AI-generated content may be incorrect.">
            <a:extLst>
              <a:ext uri="{FF2B5EF4-FFF2-40B4-BE49-F238E27FC236}">
                <a16:creationId xmlns:a16="http://schemas.microsoft.com/office/drawing/2014/main" id="{5E5B1C60-5E50-B7E7-0D96-AD7256B5D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89" y="3835685"/>
            <a:ext cx="2743656" cy="1442631"/>
          </a:xfrm>
          <a:prstGeom prst="rect">
            <a:avLst/>
          </a:prstGeom>
        </p:spPr>
      </p:pic>
      <p:pic>
        <p:nvPicPr>
          <p:cNvPr id="13" name="Picture 1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8A5FD85-F337-12A4-5A9A-3E4ECC934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646" y="3926274"/>
            <a:ext cx="2600193" cy="1442631"/>
          </a:xfrm>
          <a:prstGeom prst="rect">
            <a:avLst/>
          </a:prstGeom>
        </p:spPr>
      </p:pic>
      <p:pic>
        <p:nvPicPr>
          <p:cNvPr id="15" name="Picture 1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C4B5946-973E-7D45-5E3C-1A41710BC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993" y="4300234"/>
            <a:ext cx="2296360" cy="51353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2699035"/>
            <a:ext cx="9143998" cy="825966"/>
          </a:xfrm>
        </p:spPr>
        <p:txBody>
          <a:bodyPr>
            <a:normAutofit/>
          </a:bodyPr>
          <a:lstStyle/>
          <a:p>
            <a:pPr marL="400050" lvl="1" indent="0">
              <a:buNone/>
            </a:pPr>
            <a:r>
              <a:rPr lang="en-US" sz="2000" b="1" dirty="0"/>
              <a:t>React Hook Form (Forms)      Tailwind CSS (Styling)       </a:t>
            </a:r>
            <a:r>
              <a:rPr lang="en-US" sz="2000" b="1" dirty="0" err="1"/>
              <a:t>Shadcn</a:t>
            </a:r>
            <a:r>
              <a:rPr lang="en-US" sz="2000" b="1" dirty="0"/>
              <a:t> UI (components)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Testing &amp; Results (Chapter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899" y="2080809"/>
            <a:ext cx="8020051" cy="339606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Testing tools:</a:t>
            </a:r>
          </a:p>
          <a:p>
            <a:pPr lvl="1">
              <a:buFontTx/>
              <a:buChar char="-"/>
            </a:pPr>
            <a:r>
              <a:rPr lang="en-US" sz="2000" b="1" dirty="0"/>
              <a:t>Jest</a:t>
            </a:r>
            <a:r>
              <a:rPr lang="en-US" sz="2000" dirty="0"/>
              <a:t>: For backend logic and unit testing </a:t>
            </a:r>
          </a:p>
          <a:p>
            <a:pPr lvl="1">
              <a:buFontTx/>
              <a:buChar char="-"/>
            </a:pPr>
            <a:r>
              <a:rPr lang="en-US" sz="2000" b="1" dirty="0" err="1"/>
              <a:t>Supertest</a:t>
            </a:r>
            <a:r>
              <a:rPr lang="en-US" sz="2000" dirty="0"/>
              <a:t>: For HTTP endpoint testing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Validation Testing</a:t>
            </a:r>
          </a:p>
          <a:p>
            <a:pPr>
              <a:buFontTx/>
              <a:buChar char="-"/>
            </a:pPr>
            <a:r>
              <a:rPr lang="en-US" sz="2000" b="1" dirty="0"/>
              <a:t>Zod</a:t>
            </a:r>
            <a:r>
              <a:rPr lang="en-US" sz="2000" dirty="0"/>
              <a:t> used in backend to validate request schemas</a:t>
            </a:r>
          </a:p>
          <a:p>
            <a:pPr>
              <a:buFontTx/>
              <a:buChar char="-"/>
            </a:pPr>
            <a:r>
              <a:rPr lang="en-US" sz="2000" dirty="0"/>
              <a:t>Prevented malformed data from reaching the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Key Implementation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5E5439-2299-CFE2-67A8-11FEA16DF5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004353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136</Words>
  <Application>Microsoft Office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Summer Training Management System (STMS)</vt:lpstr>
      <vt:lpstr>System Implementation Overview (Chapter 5)</vt:lpstr>
      <vt:lpstr>System Implementation Overview (Chapter 5)</vt:lpstr>
      <vt:lpstr>Tools</vt:lpstr>
      <vt:lpstr>Testing &amp; Results (Chapter 6)</vt:lpstr>
      <vt:lpstr>Key Implementation Features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yazeed A</cp:lastModifiedBy>
  <cp:revision>2</cp:revision>
  <dcterms:created xsi:type="dcterms:W3CDTF">2013-01-27T09:14:16Z</dcterms:created>
  <dcterms:modified xsi:type="dcterms:W3CDTF">2025-05-07T21:07:12Z</dcterms:modified>
  <cp:category/>
</cp:coreProperties>
</file>
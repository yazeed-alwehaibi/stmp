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I See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the 5W's, Current Impact, and Future Potential</a:t>
            </a:r>
          </a:p>
          <a:p>
            <a:r>
              <a:t>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AI?</a:t>
            </a:r>
          </a:p>
          <a:p>
            <a:r>
              <a:t>- AI stands for Artificial Intelligence, the simulation of human intelligence by machines.</a:t>
            </a:r>
          </a:p>
          <a:p>
            <a:r>
              <a:t>- Enables systems to perform tasks like problem-solving, learning,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5W's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Why:</a:t>
            </a:r>
          </a:p>
          <a:p>
            <a:r>
              <a:t>- To solve complex problems and automate tasks.</a:t>
            </a:r>
          </a:p>
          <a:p>
            <a:r>
              <a:t>- To enhance human decision-making and efficiency.</a:t>
            </a:r>
          </a:p>
          <a:p/>
          <a:p>
            <a:r>
              <a:t>When:</a:t>
            </a:r>
          </a:p>
          <a:p>
            <a:r>
              <a:t>- Originated in 1956 at the Dartmouth Conference.</a:t>
            </a:r>
          </a:p>
          <a:p>
            <a:r>
              <a:t>- Gained momentum with advancements in computing power.</a:t>
            </a:r>
          </a:p>
          <a:p/>
          <a:p>
            <a:r>
              <a:t>Where:</a:t>
            </a:r>
          </a:p>
          <a:p>
            <a:r>
              <a:t>- Rooted in ancient philosophy.</a:t>
            </a:r>
          </a:p>
          <a:p>
            <a:r>
              <a:t>- Emerged formally in the USA in the 20th century.</a:t>
            </a:r>
          </a:p>
          <a:p/>
          <a:p>
            <a:r>
              <a:t>Who:</a:t>
            </a:r>
          </a:p>
          <a:p>
            <a:r>
              <a:t>- Pioneers: Alan Turing, John McCarthy, Marvin Minsky, Herbert Simon.</a:t>
            </a:r>
          </a:p>
          <a:p/>
          <a:p>
            <a:r>
              <a:t>What:</a:t>
            </a:r>
          </a:p>
          <a:p>
            <a:r>
              <a:t>- AI is about mimicking cognitive functions like reasoning, learning, and perception.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AI Impacts Our Lives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Media Platforms:</a:t>
            </a:r>
          </a:p>
          <a:p>
            <a:r>
              <a:t>- Facebook:</a:t>
            </a:r>
          </a:p>
          <a:p>
            <a:r>
              <a:t>  - Personalized content recommendations.</a:t>
            </a:r>
          </a:p>
          <a:p>
            <a:r>
              <a:t>  - Facial recognition for photos.</a:t>
            </a:r>
          </a:p>
          <a:p>
            <a:r>
              <a:t>  - Moderation of harmful content.</a:t>
            </a:r>
          </a:p>
          <a:p>
            <a:r>
              <a:t>- Twitter:</a:t>
            </a:r>
          </a:p>
          <a:p>
            <a:r>
              <a:t>  - Sentiment analysis and trend predictions.</a:t>
            </a:r>
          </a:p>
          <a:p>
            <a:r>
              <a:t>  - Bot detection and filtering.</a:t>
            </a:r>
          </a:p>
          <a:p/>
          <a:p>
            <a:r>
              <a:t>Other AI Examples:</a:t>
            </a:r>
          </a:p>
          <a:p>
            <a:r>
              <a:t>- Virtual assistants (e.g., Siri, Alexa).</a:t>
            </a:r>
          </a:p>
          <a:p>
            <a:r>
              <a:t>- Recommendation engines (e.g., Netflix, Amazon).</a:t>
            </a:r>
          </a:p>
          <a:p>
            <a:r>
              <a:t>- Chatbots and automated customer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Facebook AI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Facebook AI Contributions:</a:t>
            </a:r>
          </a:p>
          <a:p>
            <a:r>
              <a:t>- Developing cutting-edge technologies:</a:t>
            </a:r>
          </a:p>
          <a:p>
            <a:r>
              <a:t>  - Computer vision for image and video analysis.</a:t>
            </a:r>
          </a:p>
          <a:p>
            <a:r>
              <a:t>  - NLP for improving communication.</a:t>
            </a:r>
          </a:p>
          <a:p>
            <a:r>
              <a:t>  - AI tools for detecting harmful online behavior.</a:t>
            </a:r>
          </a:p>
          <a:p/>
          <a:p>
            <a:r>
              <a:t>Why It Matters:</a:t>
            </a:r>
          </a:p>
          <a:p>
            <a:r>
              <a:t>- Enhances user safety and experience.</a:t>
            </a:r>
          </a:p>
          <a:p>
            <a:r>
              <a:t>- Pushes global AI research boundaries.</a:t>
            </a:r>
          </a:p>
          <a:p/>
          <a:p>
            <a:r>
              <a:t>Learn More: https://research.facebook.com/ai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Near Future:</a:t>
            </a:r>
          </a:p>
          <a:p>
            <a:r>
              <a:t>- Smarter personal assistants.</a:t>
            </a:r>
          </a:p>
          <a:p>
            <a:r>
              <a:t>- Enhanced diagnostics in healthcare.</a:t>
            </a:r>
          </a:p>
          <a:p>
            <a:r>
              <a:t>- Autonomous vehicles becoming mainstream.</a:t>
            </a:r>
          </a:p>
          <a:p/>
          <a:p>
            <a:r>
              <a:t>Far Future:</a:t>
            </a:r>
          </a:p>
          <a:p>
            <a:r>
              <a:t>- General Artificial Intelligence (AGI): Human-level cognition.</a:t>
            </a:r>
          </a:p>
          <a:p>
            <a:r>
              <a:t>- Addressing societal impacts:</a:t>
            </a:r>
          </a:p>
          <a:p>
            <a:r>
              <a:t>  - Managing ethical dilemmas.</a:t>
            </a:r>
          </a:p>
          <a:p>
            <a:r>
              <a:t>  - Ensuring privacy and combating biases.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has become a transformative force across industries.</a:t>
            </a:r>
          </a:p>
          <a:p>
            <a:r>
              <a:t>- Its role will continue to grow in shaping our world.</a:t>
            </a:r>
          </a:p>
          <a:p>
            <a:r>
              <a:t>- My vision: AI will empower humanity but must be developed responsibly.</a:t>
            </a:r>
          </a:p>
          <a:p/>
          <a:p>
            <a:r>
              <a:t>Closing Thought:</a:t>
            </a:r>
          </a:p>
          <a:p>
            <a:r>
              <a:t>"AI is not just a tool, but a transformative force reshaping how we live, work, and connect."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Facebook AI Research: https://research.facebook.com/ai</a:t>
            </a:r>
          </a:p>
          <a:p>
            <a:r>
              <a:t>- Additional references: Add books, articles, or resources 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
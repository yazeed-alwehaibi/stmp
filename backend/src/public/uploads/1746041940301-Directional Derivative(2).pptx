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1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DCC4932-C303-40BE-AD82-414C23DBF198}" type="datetimeFigureOut">
              <a:rPr lang="en-GB" smtClean="0"/>
              <a:t>11/10/2021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99B8-A85F-4C4A-AF8A-21A63F50C63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713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4932-C303-40BE-AD82-414C23DBF198}" type="datetimeFigureOut">
              <a:rPr lang="en-GB" smtClean="0"/>
              <a:t>11/10/2021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99B8-A85F-4C4A-AF8A-21A63F50C6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889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4932-C303-40BE-AD82-414C23DBF198}" type="datetimeFigureOut">
              <a:rPr lang="en-GB" smtClean="0"/>
              <a:t>11/10/2021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99B8-A85F-4C4A-AF8A-21A63F50C63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176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4932-C303-40BE-AD82-414C23DBF198}" type="datetimeFigureOut">
              <a:rPr lang="en-GB" smtClean="0"/>
              <a:t>11/10/2021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99B8-A85F-4C4A-AF8A-21A63F50C6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4932-C303-40BE-AD82-414C23DBF198}" type="datetimeFigureOut">
              <a:rPr lang="en-GB" smtClean="0"/>
              <a:t>11/10/2021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99B8-A85F-4C4A-AF8A-21A63F50C6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54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4932-C303-40BE-AD82-414C23DBF198}" type="datetimeFigureOut">
              <a:rPr lang="en-GB" smtClean="0"/>
              <a:t>11/10/2021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99B8-A85F-4C4A-AF8A-21A63F50C6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76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4932-C303-40BE-AD82-414C23DBF198}" type="datetimeFigureOut">
              <a:rPr lang="en-GB" smtClean="0"/>
              <a:t>11/10/2021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99B8-A85F-4C4A-AF8A-21A63F50C6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321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4932-C303-40BE-AD82-414C23DBF198}" type="datetimeFigureOut">
              <a:rPr lang="en-GB" smtClean="0"/>
              <a:t>11/10/2021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99B8-A85F-4C4A-AF8A-21A63F50C6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839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4932-C303-40BE-AD82-414C23DBF198}" type="datetimeFigureOut">
              <a:rPr lang="en-GB" smtClean="0"/>
              <a:t>11/10/2021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99B8-A85F-4C4A-AF8A-21A63F50C63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16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4932-C303-40BE-AD82-414C23DBF198}" type="datetimeFigureOut">
              <a:rPr lang="en-GB" smtClean="0"/>
              <a:t>11/10/2021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99B8-A85F-4C4A-AF8A-21A63F50C6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353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4932-C303-40BE-AD82-414C23DBF198}" type="datetimeFigureOut">
              <a:rPr lang="en-GB" smtClean="0"/>
              <a:t>11/10/2021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99B8-A85F-4C4A-AF8A-21A63F50C63E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3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DCC4932-C303-40BE-AD82-414C23DBF198}" type="datetimeFigureOut">
              <a:rPr lang="en-GB" smtClean="0"/>
              <a:t>11/10/2021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92F99B8-A85F-4C4A-AF8A-21A63F50C63E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63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Directional Derivative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702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Definition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The directional derivative of a scalar function of vector variable </a:t>
            </a:r>
            <a:r>
              <a:rPr lang="en-GB" b="1" i="1" dirty="0" smtClean="0"/>
              <a:t>x</a:t>
            </a:r>
            <a:r>
              <a:rPr lang="en-GB" dirty="0" smtClean="0"/>
              <a:t> in direction of a </a:t>
            </a:r>
            <a:r>
              <a:rPr lang="en-GB" u="sng" dirty="0" smtClean="0"/>
              <a:t>unit vector </a:t>
            </a:r>
            <a:r>
              <a:rPr lang="en-GB" b="1" i="1" dirty="0" smtClean="0"/>
              <a:t>u</a:t>
            </a:r>
            <a:r>
              <a:rPr lang="en-GB" dirty="0" smtClean="0"/>
              <a:t> at some point </a:t>
            </a:r>
            <a:r>
              <a:rPr lang="en-GB" b="1" i="1" dirty="0" smtClean="0"/>
              <a:t>x*</a:t>
            </a:r>
            <a:r>
              <a:rPr lang="en-GB" dirty="0" smtClean="0"/>
              <a:t> is the scalar product between the gradient of </a:t>
            </a:r>
            <a:r>
              <a:rPr lang="en-GB" i="1" dirty="0" smtClean="0"/>
              <a:t>f</a:t>
            </a:r>
            <a:r>
              <a:rPr lang="en-GB" dirty="0" smtClean="0"/>
              <a:t> at this point </a:t>
            </a:r>
            <a:r>
              <a:rPr lang="en-GB" i="1" dirty="0" smtClean="0"/>
              <a:t>x*</a:t>
            </a:r>
            <a:r>
              <a:rPr lang="en-GB" dirty="0" smtClean="0"/>
              <a:t> and the vector </a:t>
            </a:r>
            <a:r>
              <a:rPr lang="en-GB" i="1" dirty="0" smtClean="0"/>
              <a:t>u.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520717"/>
              </p:ext>
            </p:extLst>
          </p:nvPr>
        </p:nvGraphicFramePr>
        <p:xfrm>
          <a:off x="1264023" y="3343836"/>
          <a:ext cx="6982395" cy="717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3" imgW="2743200" imgH="279400" progId="Equation.DSMT4">
                  <p:embed/>
                </p:oleObj>
              </mc:Choice>
              <mc:Fallback>
                <p:oleObj name="Equation" r:id="rId3" imgW="2743200" imgH="279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4023" y="3343836"/>
                        <a:ext cx="6982395" cy="7171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072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49483"/>
              </p:ext>
            </p:extLst>
          </p:nvPr>
        </p:nvGraphicFramePr>
        <p:xfrm>
          <a:off x="1122380" y="689502"/>
          <a:ext cx="2409714" cy="3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3" imgW="1562100" imgH="228600" progId="Equation.DSMT4">
                  <p:embed/>
                </p:oleObj>
              </mc:Choice>
              <mc:Fallback>
                <p:oleObj name="Equation" r:id="rId3" imgW="15621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80" y="689502"/>
                        <a:ext cx="2409714" cy="366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104847"/>
              </p:ext>
            </p:extLst>
          </p:nvPr>
        </p:nvGraphicFramePr>
        <p:xfrm>
          <a:off x="4771015" y="704583"/>
          <a:ext cx="1216891" cy="3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5" imgW="748975" imgH="203112" progId="Equation.DSMT4">
                  <p:embed/>
                </p:oleObj>
              </mc:Choice>
              <mc:Fallback>
                <p:oleObj name="Equation" r:id="rId5" imgW="748975" imgH="20311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1015" y="704583"/>
                        <a:ext cx="1216891" cy="336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956732" y="328256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Let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956732" y="1232832"/>
            <a:ext cx="96167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Find the directional derivative of the function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iberation Serif"/>
                <a:ea typeface="Times New Roman" panose="02020603050405020304" pitchFamily="18" charset="0"/>
                <a:cs typeface="Mangal"/>
              </a:rPr>
              <a:t>in the direction of the vector </a:t>
            </a:r>
            <a:r>
              <a:rPr kumimoji="0" lang="en-US" altLang="zh-CN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iberation Serif"/>
                <a:ea typeface="Times New Roman" panose="02020603050405020304" pitchFamily="18" charset="0"/>
                <a:cs typeface="Mangal"/>
              </a:rPr>
              <a:t>u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iberation Serif"/>
                <a:ea typeface="Times New Roman" panose="02020603050405020304" pitchFamily="18" charset="0"/>
                <a:cs typeface="Mangal"/>
              </a:rPr>
              <a:t> at the point (1, 2, -1)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381704"/>
              </p:ext>
            </p:extLst>
          </p:nvPr>
        </p:nvGraphicFramePr>
        <p:xfrm>
          <a:off x="2178996" y="1663812"/>
          <a:ext cx="4348264" cy="4772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7" imgW="2476440" imgH="3606480" progId="Equation.DSMT4">
                  <p:embed/>
                </p:oleObj>
              </mc:Choice>
              <mc:Fallback>
                <p:oleObj name="Equation" r:id="rId7" imgW="2476440" imgH="3606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996" y="1663812"/>
                        <a:ext cx="4348264" cy="47728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561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684</TotalTime>
  <Words>71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Droid Sans Fallback</vt:lpstr>
      <vt:lpstr>Liberation Serif</vt:lpstr>
      <vt:lpstr>Mangal</vt:lpstr>
      <vt:lpstr>华文仿宋</vt:lpstr>
      <vt:lpstr>Times New Roman</vt:lpstr>
      <vt:lpstr>Tw Cen MT</vt:lpstr>
      <vt:lpstr>Tw Cen MT Condensed</vt:lpstr>
      <vt:lpstr>Wingdings 3</vt:lpstr>
      <vt:lpstr>Integral</vt:lpstr>
      <vt:lpstr>Equation</vt:lpstr>
      <vt:lpstr>MathType 7.0 Equation</vt:lpstr>
      <vt:lpstr>Directional Derivative</vt:lpstr>
      <vt:lpstr>Definition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Directional Derivative</dc:title>
  <dc:creator>ali mustafa qamar</dc:creator>
  <cp:lastModifiedBy>ali mustafa qamar</cp:lastModifiedBy>
  <cp:revision>3</cp:revision>
  <dcterms:created xsi:type="dcterms:W3CDTF">2020-09-30T18:33:36Z</dcterms:created>
  <dcterms:modified xsi:type="dcterms:W3CDTF">2021-10-11T19:54:01Z</dcterms:modified>
</cp:coreProperties>
</file>